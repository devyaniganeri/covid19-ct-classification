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1737A-5C83-E7F6-10E9-B5C117C63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FB89-3D65-9B21-4E7B-17EA19384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E4CF-C772-7F54-1978-806CCF7C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3A8EF-159D-7788-E6D9-4E0B1E9F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DFA8C-DD0E-5123-2ADA-A5C9637F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6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2195-0059-DB80-836C-46C96889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2E590-6282-09A1-FE54-54C387E4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A2F083-67FF-9AC0-345B-66D60A569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3563" y="0"/>
            <a:ext cx="2183042" cy="90516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0F004E-C32D-EE7B-4B14-464EF982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6455A3-B3A4-A7B1-82E4-1142C759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MCA – Sem II, AY 2024-2025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C48A91-63CE-6B7D-023A-E0BDC9E1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45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0FD8-156E-CC0B-F587-598BC72E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D916-AA69-E7D0-9C21-FD51C4E0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993D3-7E94-FB81-3F57-688D381E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DC4D-93B2-6ACD-A08B-7AF45E8A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D3591-152C-CC33-338A-5D58DF6A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81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292D-3768-4B0A-1F18-DD9B8ECF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6C76-1300-19D6-D098-E92C72A01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AC508-033C-F847-E4AF-BE861B7E5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01F00-3024-B15A-D37C-5E2E9C4E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EABB7-F1A4-F96A-9B8D-81D2B955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0EC56-931A-E50F-4261-FDDDD1AE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73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5358-D495-99C9-8181-FBBA1896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4FA52-904A-0A21-D17C-27B163E55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1F969-ED69-BF88-9770-EC39F21AD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6740E0-16F4-5815-8CF6-D9B736DDA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4EC7D-25B1-9DB3-7A06-F1783E74A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2DBB3-2417-3C7A-401A-CF0D9596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82F9F-8265-F617-16CE-F2A697F1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EC7D8-FBAF-F9AE-B2BD-C93290BC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56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B8D5-740E-982B-0438-F230F9DA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8293E-585D-5AAE-FD9C-A3568A78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FEDBB-4DE2-73C9-BCAF-123002440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65E22-9CEA-7EF1-6CCF-2D0945FF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96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C657C-A8D7-18E1-2C52-0D754328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CE7C6-2705-CE66-C37C-4D4BF5F4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5D49-0B16-A6A2-9487-12118932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27ADB-BDCA-BD1C-4772-A670E26A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B5DEF-92DC-A120-C3A8-FDB524D2D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3BFED-3797-0ACB-917A-D891E6EBD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9B5D1-7935-6541-B7F9-86C6448A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8436C-53EC-00BF-2279-A20F5600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479A3-F69F-ECC3-B08C-81BC5334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66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C21F-AC15-DF68-B2EA-860EDB9E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D8910-F8E0-995B-46E6-A1191191D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6EE87-9D9A-FB5C-9B41-CA0AEB649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B5D45-DAC6-4AC6-A38C-F9679672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86ED3-E3F9-0A58-88CE-FA0BC128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F7E07-401C-0CA5-F598-CB44EB72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20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28A6-4F15-191C-74DF-E5DED39A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C2D42-E19E-6AAC-C746-E7745772F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32C2-5378-2808-91B9-592D3C9E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868BD-B8CD-4D04-CC78-BD1F53CA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CE45E-51B4-FEB7-0B3E-AD86DD1E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88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34A59-6096-6DDE-C7C3-FA23DC13B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0AD08-3C30-AD83-560C-6D51D962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7783-AA59-BC88-C6B0-019E486C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DCD4F-D964-ADBB-2A83-5EDE37B5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074F-721F-191F-C82C-2DB90A9B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69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7692C-9716-2283-982E-82863F4D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EFE54-1D4A-6FE2-4364-C84DB1F3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E5A1-EBC1-B309-C42F-0E53B5822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CF1D1-3790-433B-81CE-A49E8C6B7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7895-03FC-A00D-9358-C59DA0BF6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0730B-B50F-80F0-C4B4-BE7C33C73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48E64-73D7-441D-A1BA-8849B941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7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FBB9-C258-4359-87FE-A7199663F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COVID-19 CT Image Classification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FA7DC-717D-9824-3C03-5501476CF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4387"/>
            <a:ext cx="9144000" cy="1655762"/>
          </a:xfrm>
        </p:spPr>
        <p:txBody>
          <a:bodyPr>
            <a:normAutofit fontScale="25000" lnSpcReduction="20000"/>
          </a:bodyPr>
          <a:lstStyle/>
          <a:p>
            <a:r>
              <a:rPr lang="en-IN" sz="7400" b="1" dirty="0"/>
              <a:t>Devyani Ganeri-SCFP124065</a:t>
            </a:r>
          </a:p>
          <a:p>
            <a:r>
              <a:rPr lang="en-IN" sz="7400" b="1" dirty="0"/>
              <a:t>Tukaram Dhavale –SCFP124040</a:t>
            </a:r>
          </a:p>
          <a:p>
            <a:r>
              <a:rPr lang="en-IN" sz="7400" b="1" dirty="0"/>
              <a:t>Chinmay Katare-SCFP124063</a:t>
            </a:r>
          </a:p>
          <a:p>
            <a:r>
              <a:rPr lang="en-IN" sz="7400" b="1" dirty="0"/>
              <a:t>Advait Khedkar-SCFP124052</a:t>
            </a:r>
          </a:p>
          <a:p>
            <a:endParaRPr lang="en-IN" dirty="0"/>
          </a:p>
          <a:p>
            <a:r>
              <a:rPr lang="en-IN" dirty="0"/>
              <a:t>                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6615B-7CC6-0064-54CE-024EDBD97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614" y="191314"/>
            <a:ext cx="3390541" cy="140583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5E840BC-EC70-A57A-A4B1-9572BC82290D}"/>
              </a:ext>
            </a:extLst>
          </p:cNvPr>
          <p:cNvSpPr txBox="1">
            <a:spLocks/>
          </p:cNvSpPr>
          <p:nvPr/>
        </p:nvSpPr>
        <p:spPr>
          <a:xfrm>
            <a:off x="1524000" y="4833256"/>
            <a:ext cx="9144000" cy="14260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Mentor Name: Darshan </a:t>
            </a:r>
            <a:r>
              <a:rPr lang="en-IN" sz="2400" dirty="0" err="1"/>
              <a:t>Ruikar</a:t>
            </a:r>
            <a:r>
              <a:rPr lang="en-IN" sz="2400" dirty="0"/>
              <a:t> Sir</a:t>
            </a:r>
            <a:endParaRPr lang="en-IN" sz="3600" dirty="0"/>
          </a:p>
          <a:p>
            <a:r>
              <a:rPr lang="en-IN" sz="2800" dirty="0"/>
              <a:t>Minor Project, MCA, Sem II</a:t>
            </a:r>
          </a:p>
          <a:p>
            <a:r>
              <a:rPr lang="en-IN" sz="2800" dirty="0"/>
              <a:t>AY 2024-2025</a:t>
            </a:r>
          </a:p>
        </p:txBody>
      </p:sp>
    </p:spTree>
    <p:extLst>
      <p:ext uri="{BB962C8B-B14F-4D97-AF65-F5344CB8AC3E}">
        <p14:creationId xmlns:p14="http://schemas.microsoft.com/office/powerpoint/2010/main" val="2741553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2053-3CB7-4239-0645-5A531868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5949-A373-BECA-C15D-65D5D48C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48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C2FA3-A67A-24C3-C6EB-63848A649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018314"/>
          </a:xfrm>
        </p:spPr>
        <p:txBody>
          <a:bodyPr anchor="ctr">
            <a:normAutofit/>
          </a:bodyPr>
          <a:lstStyle/>
          <a:p>
            <a:endParaRPr lang="en-US" sz="126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Manual interpretation of lung CT scans is time-consuming. Identifying  features like GGO, fibrosis, and crazy paving in COVID-19 patients requires high expertise, which may not be available in all regions.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CT scans help detect lung problems, but some patterns like GGO, fibrosis, and consolidation look very similar.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Even experienced radiologists sometimes find it hard to tell these features apart.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Current AI models are not accurate enough to differentiate these lung features clearly.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This can lead to wrong diagnoses and delayed treatments for patients.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 need a smart, AI-based tool to support radiologists by automatically identifying and classifying lung abnormalities from CT images.</a:t>
            </a:r>
            <a:endParaRPr lang="en-US" sz="20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sz="2000" b="1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sz="126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sz="126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IN" sz="126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B47E-DE4B-05A1-0C4F-B64A4C8B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87E4-299F-09A0-7777-F7CA70C1F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0114"/>
            <a:ext cx="9144000" cy="1436915"/>
          </a:xfrm>
        </p:spPr>
        <p:txBody>
          <a:bodyPr anchor="ctr">
            <a:normAutofit/>
          </a:bodyPr>
          <a:lstStyle/>
          <a:p>
            <a:r>
              <a:rPr lang="en-IN" sz="4800" dirty="0"/>
              <a:t>Potential Users</a:t>
            </a:r>
            <a:br>
              <a:rPr lang="en-IN" sz="4800" dirty="0"/>
            </a:br>
            <a:endParaRPr lang="en-IN" sz="48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0ACFEB5-071E-EE90-421A-A2A7C52C4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4763"/>
            <a:ext cx="5943600" cy="19050"/>
          </a:xfrm>
          <a:prstGeom prst="rect">
            <a:avLst/>
          </a:pr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E319E6EC-43AD-78DB-D8D2-3FB91A4FF2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66800" y="2236798"/>
            <a:ext cx="996332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Radiologists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Fast, accurate, and explainable lung CT diagnosis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ICU/Emergency Staff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Real-time lung condition assessment during critical care.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="1" dirty="0"/>
              <a:t>.</a:t>
            </a:r>
            <a:r>
              <a:rPr lang="en-US" sz="2000" b="1" dirty="0"/>
              <a:t>Hospitals &amp; Diagnostic Centers</a:t>
            </a:r>
            <a:r>
              <a:rPr lang="en-US" sz="2000" dirty="0"/>
              <a:t> – to improve workflow and reduce human error</a:t>
            </a:r>
            <a:r>
              <a:rPr lang="en-US" sz="16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Study disease patterns using radiomics + deep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Clinics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Diagnostic aid in areas with few specialists.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Learning tool for CT interpretation and AI in healthcare</a:t>
            </a:r>
          </a:p>
        </p:txBody>
      </p:sp>
    </p:spTree>
    <p:extLst>
      <p:ext uri="{BB962C8B-B14F-4D97-AF65-F5344CB8AC3E}">
        <p14:creationId xmlns:p14="http://schemas.microsoft.com/office/powerpoint/2010/main" val="137849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E39B-0CA1-2048-27FB-26183555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D35D-B476-F3D4-D159-85D81FC0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4800" dirty="0"/>
              <a:t>Scope and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0837DD-8B17-9623-E69E-54FFC5F3A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03149"/>
            <a:ext cx="10809514" cy="519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1.Preprocess CT images to improve model accuracy and robustness ,Segmentation     Methods.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2. Build a deep learning model to classify lung CT images into GGO, Consolidation, Crazy Paving, Fibrosis, and Normal.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Feature engineering: radiomics features like GLCM, LBP, and wavelets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4.Train a hybrid model that merges CNN and radiomics, and explore transformer-based architectures for better performance.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dirty="0"/>
              <a:t>5.</a:t>
            </a:r>
            <a:r>
              <a:rPr lang="en-US" sz="2100" b="1" dirty="0"/>
              <a:t>Help Radiologists by giving fast and accurate results through a web or mobile tool.</a:t>
            </a:r>
            <a:endParaRPr lang="en-US" sz="21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6.</a:t>
            </a: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Validate the classification model on diverse datasets to ensure accuracy, reliability, and adaptability across different patient cases and scanner types.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57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6DC2-242A-48ED-3D34-8CB682DD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A9AF-A41B-1982-4A29-89C5CC19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4800" dirty="0"/>
              <a:t>Method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B9D24D-4DBE-4FD8-E1B7-F0C3E43F9D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486" y="1833203"/>
            <a:ext cx="1216810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Preparation:</a:t>
            </a:r>
            <a:r>
              <a:rPr kumimoji="0" lang="en-US" alt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 and enhance CT scans labeled with lung disease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Extraction:</a:t>
            </a:r>
            <a:r>
              <a:rPr kumimoji="0" lang="en-US" alt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CNN and radiomics (GLCM, LBP, Wavelet) to extract image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Building:</a:t>
            </a:r>
            <a:r>
              <a:rPr kumimoji="0" lang="en-US" alt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 hybrid models combining CNNs and Transformers for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Explainability:</a:t>
            </a:r>
            <a:r>
              <a:rPr kumimoji="0" lang="en-US" alt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Grad-CAM and SHAP to visualize and explain model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 the model via web or mobile app for real-time lung scan diagnosis.</a:t>
            </a:r>
          </a:p>
        </p:txBody>
      </p:sp>
    </p:spTree>
    <p:extLst>
      <p:ext uri="{BB962C8B-B14F-4D97-AF65-F5344CB8AC3E}">
        <p14:creationId xmlns:p14="http://schemas.microsoft.com/office/powerpoint/2010/main" val="419534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289B-DBC9-8A85-AFC1-8D95D866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D53D-F698-5479-7399-B7D17951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4800" dirty="0"/>
              <a:t>Future direction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275E03-D169-70AD-1FC2-731B6F7BD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257" y="1733225"/>
            <a:ext cx="1071154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dataset size: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 more CT images from diverse sources to improve accuracy and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model 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Try advanced models like Vision Transformers or ensemble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Multi-disease detection: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 the model to detect other lung diseases like cancer or tuberculosis.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testing: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Collaborate with hospitals to test the model in real-world diagnostic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user-friendly mobile tool for doctors to detect lung issues instantly.</a:t>
            </a:r>
          </a:p>
        </p:txBody>
      </p:sp>
    </p:spTree>
    <p:extLst>
      <p:ext uri="{BB962C8B-B14F-4D97-AF65-F5344CB8AC3E}">
        <p14:creationId xmlns:p14="http://schemas.microsoft.com/office/powerpoint/2010/main" val="293892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4711-BFBF-24EF-63F9-4EDF2EFD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and learning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79EB1-CE35-876D-6359-0A067ACE1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Languages/Frameworks: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Python, TensorFlow,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PyTorch,OpenCV,Pydicom,Pyradiomics</a:t>
            </a:r>
            <a:b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Scikit Image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Modeling: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CNN, U-Net, V-Net,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ResNet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VGG16, Transformer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 Engineering: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GLCM, LBP,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Wavelet,Confusion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Matrix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Deployment: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Flask,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FastAPI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Visualization &amp; Explainability: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Grad-CAM, SHAP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Domain Knowledge: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Medical imaging, lung disease patterns, COVID-19 diagnostics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3429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571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Symbol</vt:lpstr>
      <vt:lpstr>Office Theme</vt:lpstr>
      <vt:lpstr>COVID-19 CT Image Classification Features</vt:lpstr>
      <vt:lpstr>Problem Statement</vt:lpstr>
      <vt:lpstr>Potential Users </vt:lpstr>
      <vt:lpstr>Scope and Objectives</vt:lpstr>
      <vt:lpstr>Method </vt:lpstr>
      <vt:lpstr>Future direction </vt:lpstr>
      <vt:lpstr>Skills and learning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 Deepak Ruikar</dc:creator>
  <cp:lastModifiedBy>Chinmay.Katare</cp:lastModifiedBy>
  <cp:revision>8</cp:revision>
  <dcterms:created xsi:type="dcterms:W3CDTF">2025-04-29T11:21:30Z</dcterms:created>
  <dcterms:modified xsi:type="dcterms:W3CDTF">2025-04-29T13:03:10Z</dcterms:modified>
</cp:coreProperties>
</file>